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Agentic Claims-Integrity Reviewer</a:t>
            </a:r>
          </a:p>
          <a:p>
            <a:pPr algn="ctr">
              <a:spcBef>
                <a:spcPts val="2000"/>
              </a:spcBef>
              <a:defRPr sz="1800">
                <a:solidFill>
                  <a:srgbClr val="AACCEE"/>
                </a:solidFill>
              </a:defRPr>
            </a:pPr>
            <a:r>
              <a:t>Explainable FWA Detection via LLM Agent + NCCI-Style Rules</a:t>
            </a:r>
            <a:br/>
            <a:br/>
            <a:r>
              <a:t>Arunava Banerjee  |  Columbia University, MS Data Science</a:t>
            </a:r>
            <a:br/>
            <a:r>
              <a:t>Cotiviti Intern Assessment  |  Topic 2: Clinical Decision Making &amp; Pattern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The Problem: Scale of Improper Payments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$87.1B in improper payments across CMS programs in 2024 (KFF, 2025)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Medicare alone: ~$54.3B — not all fraud, but billing errors, waste, and abuse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Improper payments != fraud: the distinction matters for credibility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Cotiviti's core mission: payment integrity, catching overpayments before and after payment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Key challenge: flagging claims without explaining WHY creates provider abrasion</a:t>
            </a:r>
          </a:p>
          <a:p>
            <a:pPr>
              <a:spcBef>
                <a:spcPts val="1600"/>
              </a:spcBef>
              <a:defRPr sz="1400" i="1">
                <a:solidFill>
                  <a:srgbClr val="777777"/>
                </a:solidFill>
              </a:defRPr>
            </a:pPr>
            <a:r>
              <a:t>Sources: KFF 2025, NHCAA, CMS CERT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What Is Agentic Explainable FWA Detection?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Traditional: static rules OR black-box ML classifiers — flag but don't explain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Agentic: an LLM agent autonomously selects checks, calls tools, reasons over results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Explainable: every flag cites the specific edit type, codes, and policy basis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Key difference from a chatbot: goal-directed, tool-calling, multi-step reasoning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Why this matters to Cotiviti: reduces provider abrasion, scales across claim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Industry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Shift from postpay (pay-and-chase) to prepay review — catch errors before payment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ML for FWA is mature but faces the imbalanced-classification problem (fraud ~3-10%)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Explainable AI is the research frontier — black-box classifiers are insufficient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Agentic AI systems emerging for compliance workflows (financial AML, now healthcare)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Cotiviti already emphasizes ML + human expertise in prepay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Opportunities &amp;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7AE60"/>
                </a:solidFill>
              </a:defRPr>
            </a:pPr>
            <a:r>
              <a:t>Opportunities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Explainable rationales reduce provider abrasion and appeal rates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Agent architecture is extensible — add tools without retraining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Same pipeline scales across claim types (carrier, facility, DME, pharmacy)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Conservative bias = fewer missed fraud cases (high recall)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392B"/>
                </a:solidFill>
              </a:defRPr>
            </a:pPr>
            <a:r>
              <a:t>Threats &amp; Risks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False positives erode provider trust — threshold tuning is critical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Regulatory scrutiny of AI in payment decisions is increasing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HIPAA constraints on claims data flowing through LLM APIs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NCCI edits update quarterly — rule tables must be maintained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POC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LangGraph agent with 2 tools operating on CMS DE-SynPUF-shaped claims: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Tool 1: Coding Rule Checker — NCCI-style edits: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PTP unbundling pairs (column-1 comprehensive vs column-2 component)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MUE unit caps (medically unlikely edit thresholds)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Mutually exclusive edits (gender/age vs procedure code)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Upcoding detection (E/M level vs diagnosis complexity)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Tool 2: Amount Outlier Scorer — z-score on payment vs code-level norms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Reasoning Node: LLM synthesizes tool outputs into structured verdict: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{decision, triggered_rules, rationale, confidence}</a:t>
            </a:r>
          </a:p>
          <a:p>
            <a:pPr>
              <a:spcBef>
                <a:spcPts val="1600"/>
              </a:spcBef>
              <a:defRPr sz="1400" i="1">
                <a:solidFill>
                  <a:srgbClr val="777777"/>
                </a:solidFill>
              </a:defRPr>
            </a:pPr>
            <a:r>
              <a:t>13 curated rules modeled on NCCI structure — not the full ~3M-row production 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Synthetic Data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30 synthetic claims on CMS DE-SynPUF Carrier schema (12 flagged, 18 clean)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4 planted violation types modeled on real CMS NCCI edit categories: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Upcoding (99215 billed for low-acuity diagnosis)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Unbundling / PTP (component codes billed separately)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Mutually exclusive (obstetric code on male patient)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MUE + amount outlier (excessive units and inflated payment)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Streamlit UI: select a claim, see the reasoning trace + verdict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CLI: python run.py CLM001</a:t>
            </a:r>
          </a:p>
          <a:p>
            <a:pPr>
              <a:spcBef>
                <a:spcPts val="1600"/>
              </a:spcBef>
              <a:defRPr sz="1400" i="1">
                <a:solidFill>
                  <a:srgbClr val="777777"/>
                </a:solidFill>
              </a:defRPr>
            </a:pPr>
            <a:r>
              <a:t>All data is synthetic and self-generated. No real patient data or PHI.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Evaluation Results (All 30 Claims)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Accuracy:   97%  (29/30 correct)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Precision:  92%  (12 true flags / 13 total flags)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Recall:     100% (12/12 flagged claims caught — zero missed)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F1 Score:   96%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1 false positive: legitimate hysterectomy claim flagged conservatively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Conservative bias is desirable in FWA detection (missed fraud is costlier)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-&gt; This is a threshold-tuning problem, not a fundamental limitation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All 4 violation types detected correctly: upcoding, unbundling, gender, MUE+outlier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Strategic Recommendation for Cotiviti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Pilot an explainable agentic review layer on top of existing prepay analytics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Start narrow: one high-FWA claim category (e.g., E/M upcoding)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Agent acts as second-pass reviewer on statistically-flagged claims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Generates structured rationales for analyst review and provider communication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Why this approach: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Incremental: no rip-and-replace of existing systems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Measurable: precision/recall on a labeled validation set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  - Aligned: matches Cotiviti's emphasis on prepay accuracy + transparency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1800">
                <a:solidFill>
                  <a:srgbClr val="AACCEE"/>
                </a:solidFill>
              </a:defRPr>
            </a:pPr>
            <a:r>
              <a:t>Arunava Banerjee  |  ab6130@columbia.edu</a:t>
            </a:r>
            <a:br/>
            <a:r>
              <a:t>Columbia University, MS Data Science (Dec 2026)</a:t>
            </a:r>
            <a:br/>
            <a:br/>
            <a:r>
              <a:t>Code &amp; report: github.com/[repo-link]</a:t>
            </a:r>
            <a:br/>
            <a:r>
              <a:t>Built with: Python, LangGraph, Claude (Anthropic),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